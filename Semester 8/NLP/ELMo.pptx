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1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2741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4389120"/>
            <a:ext cx="8979408" cy="73152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36576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1B2A3B"/>
                </a:solidFill>
              </a:rPr>
              <a:t>NLP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457200" y="47451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&amp; Contextual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040476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80039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NLP moved from static to dynamic language understanding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554432"/>
            <a:ext cx="4114800" cy="146892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540" y="2625089"/>
            <a:ext cx="4361429" cy="1242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Mamoon Haseeb Khan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NUM-BSCS-2022-28</a:t>
            </a:r>
            <a:r>
              <a:rPr lang="en-US" sz="1600" b="1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Dawood Habib Khan</a:t>
            </a:r>
          </a:p>
          <a:p>
            <a:pPr marL="0" indent="0">
              <a:buNone/>
            </a:pPr>
            <a:r>
              <a:rPr lang="en-US" sz="16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NUM-BSCS-2022-31</a:t>
            </a:r>
            <a:endParaRPr lang="en-US" sz="14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Word Embedding?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don't understand words — they need numbers.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word embedding converts words into numerical vectors that capture meaning and relationships.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377440"/>
            <a:ext cx="2651760" cy="38404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"cat"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[0.2, -0.5, 0.7, ...]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91840" y="2377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377440"/>
            <a:ext cx="2651760" cy="38404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"dog"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9184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[0.3, -0.4, 0.6, ...]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237744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377440"/>
            <a:ext cx="2651760" cy="38404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3774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"bank"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28803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4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[??, ??, ??, ...]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FF4CC"/>
          </a:solidFill>
          <a:ln/>
        </p:spPr>
        <p:txBody>
          <a:bodyPr wrap="square" lIns="101600" tIns="152400" rIns="152400" bIns="10160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"bank" has multiple meanings — traditional models give it ONE fixed vector!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of NLP Models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8046720" cy="54864"/>
          </a:xfrm>
          <a:prstGeom prst="rect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578608"/>
            <a:ext cx="329184" cy="329184"/>
          </a:xfrm>
          <a:prstGeom prst="ellipse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vectors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578608"/>
            <a:ext cx="329184" cy="329184"/>
          </a:xfrm>
          <a:prstGeom prst="ellipse">
            <a:avLst/>
          </a:prstGeom>
          <a:solidFill>
            <a:srgbClr val="8BA3B8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301752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stats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static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2578608"/>
            <a:ext cx="329184" cy="329184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60520" y="301752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Contextual!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BiLM-based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578608"/>
            <a:ext cx="329184" cy="329184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301752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863840" y="2578608"/>
            <a:ext cx="329184" cy="329184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2018+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35240" y="3017520"/>
            <a:ext cx="786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89520" y="33832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23360" y="2286000"/>
            <a:ext cx="1097280" cy="1097280"/>
          </a:xfrm>
          <a:prstGeom prst="ellipse">
            <a:avLst/>
          </a:prstGeom>
          <a:solidFill>
            <a:srgbClr val="00C9B1">
              <a:alpha val="15000"/>
            </a:srgbClr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12344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Our Focus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Static Embeddings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137160" cy="118872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went to the bank to deposit money."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of "bank": Financial Institution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4688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4630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Word2Vec: [0.4, -0.2, 0.8]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697480"/>
            <a:ext cx="137160" cy="11887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 sat on the bank of the river."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of "bank": River Side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35040" y="2880360"/>
            <a:ext cx="246888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2880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5D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Word2Vec: [0.4, -0.2, 0.8]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658368"/>
          </a:xfrm>
          <a:prstGeom prst="rect">
            <a:avLst/>
          </a:prstGeom>
          <a:solidFill>
            <a:srgbClr val="FFF0F0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60520"/>
            <a:ext cx="8138160" cy="658368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Word2Vec &amp; GloVe assign the SAME vector to "bank" in both sentences — losing meaning!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ELMo: Embeddings from Language 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Word meaning depends on context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2651760" cy="2651760"/>
          </a:xfrm>
          <a:prstGeom prst="rect">
            <a:avLst/>
          </a:prstGeom>
          <a:solidFill>
            <a:srgbClr val="162232"/>
          </a:solidFill>
          <a:ln w="12700">
            <a:solidFill>
              <a:srgbClr val="00C9B1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265176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vector for the same word depending on its sentence context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737360"/>
            <a:ext cx="2651760" cy="2651760"/>
          </a:xfrm>
          <a:prstGeom prst="rect">
            <a:avLst/>
          </a:prstGeom>
          <a:solidFill>
            <a:srgbClr val="162232"/>
          </a:solidFill>
          <a:ln w="12700">
            <a:solidFill>
              <a:srgbClr val="F4C43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737360"/>
            <a:ext cx="265176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00"/>
                </a:solidFill>
              </a:rPr>
              <a:t>↔</a:t>
            </a:r>
          </a:p>
        </p:txBody>
      </p:sp>
      <p:sp>
        <p:nvSpPr>
          <p:cNvPr id="14" name="Text 12"/>
          <p:cNvSpPr/>
          <p:nvPr/>
        </p:nvSpPr>
        <p:spPr>
          <a:xfrm>
            <a:off x="320040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91840" y="3108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sentence both forward AND backward for full understanding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737360"/>
            <a:ext cx="2651760" cy="2651760"/>
          </a:xfrm>
          <a:prstGeom prst="rect">
            <a:avLst/>
          </a:prstGeom>
          <a:solidFill>
            <a:srgbClr val="162232"/>
          </a:solidFill>
          <a:ln w="12700">
            <a:solidFill>
              <a:srgbClr val="E85D7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737360"/>
            <a:ext cx="2651760" cy="64008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🔤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35040" y="2606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Character-Based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6480" y="31089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characters, not just words — handles unknown &amp; rare words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B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Peters et al., 2018  —  Deep contextualized word representations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ELMo Works: "I Love NLP"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B1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57200" cy="45720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Sentence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 Love NLP"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 /  Love  /  NLP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1430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457200" cy="45720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252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Encoding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L-o-v-e → vector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2196F3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BiLM Forward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→ Love → NLP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27B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063240"/>
            <a:ext cx="457200" cy="45720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84048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BiLM Backward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3756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 → Love → I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5D7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063240"/>
            <a:ext cx="457200" cy="457200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675120" y="30815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Combine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72200" y="36118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6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layers merged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Each word gets a unique context-aware vector  →  I:[v1]  Love:[v2]  NLP:[v3]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Language Model (BiLM)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280160"/>
            <a:ext cx="128016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0" y="1280160"/>
            <a:ext cx="128016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1280160" cy="548640"/>
          </a:xfrm>
          <a:prstGeom prst="rect">
            <a:avLst/>
          </a:prstGeom>
          <a:solidFill>
            <a:srgbClr val="162232"/>
          </a:solidFill>
          <a:ln w="12700">
            <a:solidFill>
              <a:srgbClr val="8B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0" y="12801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" y="1965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188720" y="2148840"/>
            <a:ext cx="640080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331720"/>
            <a:ext cx="12801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2331720"/>
            <a:ext cx="12801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0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0" y="2331720"/>
            <a:ext cx="12801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188720" y="3063240"/>
            <a:ext cx="6400800" cy="54864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94560" y="2907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Backward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3310128"/>
            <a:ext cx="12801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LSTM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0" y="3310128"/>
            <a:ext cx="12801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LSTM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3310128"/>
            <a:ext cx="1280160" cy="594360"/>
          </a:xfrm>
          <a:prstGeom prst="rect">
            <a:avLst/>
          </a:prstGeom>
          <a:solidFill>
            <a:srgbClr val="0A254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3310128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LSTM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371600" y="4114800"/>
            <a:ext cx="128016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4114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[v1]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3657600" y="4114800"/>
            <a:ext cx="128016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4114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[v2]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943600" y="4114800"/>
            <a:ext cx="1280160" cy="59436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4114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[v3]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88720" y="4754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contextual vectors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Processing in ELMo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captures different linguistic knowledge: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7315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AF5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1737360" cy="7772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 (Low)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164592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&amp; Syntax — parts of speech, sentence structure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C43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51760"/>
            <a:ext cx="1737360" cy="77724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51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 (Mid)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2651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Structure — phrase relationships, dependencies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7315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9B1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1737360" cy="77724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576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 (High)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36576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Meaning — word sense, context, semantics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ELMo embedding = weighted combination of all three layers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749040"/>
          </a:xfrm>
          <a:prstGeom prst="rect">
            <a:avLst/>
          </a:prstGeom>
          <a:solidFill>
            <a:srgbClr val="162232"/>
          </a:solidFill>
          <a:ln w="12700">
            <a:solidFill>
              <a:srgbClr val="4CAF50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50292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Advantages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embeddings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word ambiguity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unseen words (char-level)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749040"/>
          </a:xfrm>
          <a:prstGeom prst="rect">
            <a:avLst/>
          </a:prstGeom>
          <a:solidFill>
            <a:srgbClr val="162232"/>
          </a:solidFill>
          <a:ln w="12700">
            <a:solidFill>
              <a:srgbClr val="E85D75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Disadvantages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transformers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architecture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superseded by BERT/GPT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F4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vs ELMo vs BERT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3328416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Word2Vec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ELMo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Aware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Unknown Words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Yes (char)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 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Bi-LSTM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Word = Same Vector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 Always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Context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 Context changes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41248"/>
            <a:ext cx="8979408" cy="64008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needs numerical word representations (embeddings)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411480" cy="411480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691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models (Word2Vec, GloVe) produce static, context-free vectors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11480" cy="411480"/>
          </a:xfrm>
          <a:prstGeom prst="ellipse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2331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introduced dynamic, context-aware embeddings in 2018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411480" cy="411480"/>
          </a:xfrm>
          <a:prstGeom prst="ellipse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uses a Bidirectional Language Model (BiLM) over multiple LSTM layers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411480" cy="411480"/>
          </a:xfrm>
          <a:prstGeom prst="ellipse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611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input lets ELMo handle unknown and rare words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411480" cy="411480"/>
          </a:xfrm>
          <a:prstGeom prst="ellipse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251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paved the way for BERT, GPT, and modern transformers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614</Words>
  <Application>Microsoft Office PowerPoint</Application>
  <PresentationFormat>On-screen Show (16:9)</PresentationFormat>
  <Paragraphs>168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ELMo and Contextual Word Embeddings</dc:title>
  <dc:subject>PptxGenJS Presentation</dc:subject>
  <dc:creator>PptxGenJS</dc:creator>
  <cp:lastModifiedBy>bscs22f28</cp:lastModifiedBy>
  <cp:revision>2</cp:revision>
  <dcterms:created xsi:type="dcterms:W3CDTF">2026-04-07T05:42:05Z</dcterms:created>
  <dcterms:modified xsi:type="dcterms:W3CDTF">2026-04-07T05:59:46Z</dcterms:modified>
</cp:coreProperties>
</file>