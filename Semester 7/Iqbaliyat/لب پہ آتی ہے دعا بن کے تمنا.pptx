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2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0F851558-6E9C-4C48-930F-7F168BD4F781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A3E4DF5F-87E8-4593-9DEC-636BF2EFA5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5353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51558-6E9C-4C48-930F-7F168BD4F781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4DF5F-87E8-4593-9DEC-636BF2EFA5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3233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51558-6E9C-4C48-930F-7F168BD4F781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4DF5F-87E8-4593-9DEC-636BF2EFA5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96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51558-6E9C-4C48-930F-7F168BD4F781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4DF5F-87E8-4593-9DEC-636BF2EFA5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8564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51558-6E9C-4C48-930F-7F168BD4F781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4DF5F-87E8-4593-9DEC-636BF2EFA5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45966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51558-6E9C-4C48-930F-7F168BD4F781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4DF5F-87E8-4593-9DEC-636BF2EFA5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630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51558-6E9C-4C48-930F-7F168BD4F781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4DF5F-87E8-4593-9DEC-636BF2EFA5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8324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51558-6E9C-4C48-930F-7F168BD4F781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4DF5F-87E8-4593-9DEC-636BF2EFA5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8936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51558-6E9C-4C48-930F-7F168BD4F781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4DF5F-87E8-4593-9DEC-636BF2EFA5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5465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51558-6E9C-4C48-930F-7F168BD4F781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4DF5F-87E8-4593-9DEC-636BF2EFA5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0193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51558-6E9C-4C48-930F-7F168BD4F781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4DF5F-87E8-4593-9DEC-636BF2EFA5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8773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51558-6E9C-4C48-930F-7F168BD4F781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4DF5F-87E8-4593-9DEC-636BF2EFA5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5146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51558-6E9C-4C48-930F-7F168BD4F781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4DF5F-87E8-4593-9DEC-636BF2EFA5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2985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51558-6E9C-4C48-930F-7F168BD4F781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4DF5F-87E8-4593-9DEC-636BF2EFA5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3642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51558-6E9C-4C48-930F-7F168BD4F781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4DF5F-87E8-4593-9DEC-636BF2EFA5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0339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0F851558-6E9C-4C48-930F-7F168BD4F781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4DF5F-87E8-4593-9DEC-636BF2EFA5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3428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0F851558-6E9C-4C48-930F-7F168BD4F781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4DF5F-87E8-4593-9DEC-636BF2EFA5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6128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0F851558-6E9C-4C48-930F-7F168BD4F781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A3E4DF5F-87E8-4593-9DEC-636BF2EFA5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0142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91000"/>
                <a:satMod val="164000"/>
                <a:lumMod val="74000"/>
              </a:schemeClr>
              <a:schemeClr val="bg2">
                <a:hueMod val="124000"/>
                <a:satMod val="140000"/>
                <a:lumMod val="14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D4EC3799-3F52-48CE-85CC-83AED368E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 useBgFill="1">
          <p:nvSpPr>
            <p:cNvPr id="9" name="Rectangle 8">
              <a:extLst>
                <a:ext uri="{FF2B5EF4-FFF2-40B4-BE49-F238E27FC236}">
                  <a16:creationId xmlns:a16="http://schemas.microsoft.com/office/drawing/2014/main" id="{F3FC2939-BF10-4CBC-904B-74A17D4B9C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266B6D5D-11B6-40A6-9CEF-F0B0D104C5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10B98EC-31B3-049E-D60F-B49ECBC174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78420" y="1370143"/>
            <a:ext cx="6391270" cy="4157446"/>
          </a:xfrm>
        </p:spPr>
        <p:txBody>
          <a:bodyPr anchor="ctr">
            <a:normAutofit/>
          </a:bodyPr>
          <a:lstStyle/>
          <a:p>
            <a:r>
              <a:rPr lang="ar-AE" sz="6600">
                <a:solidFill>
                  <a:schemeClr val="tx1"/>
                </a:solidFill>
              </a:rPr>
              <a:t>لب پہ آتی ہے دعا بن کے تمنا میری</a:t>
            </a:r>
            <a:endParaRPr lang="en-US" sz="6600">
              <a:solidFill>
                <a:schemeClr val="tx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AE89AB-1C19-7DAF-744D-DCC67717F9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21861" y="1370143"/>
            <a:ext cx="2913091" cy="4157446"/>
          </a:xfrm>
        </p:spPr>
        <p:txBody>
          <a:bodyPr anchor="ctr">
            <a:normAutofit/>
          </a:bodyPr>
          <a:lstStyle/>
          <a:p>
            <a:pPr algn="r"/>
            <a:r>
              <a:rPr lang="ar-AE" sz="2000"/>
              <a:t>علامہ محمد اقبال</a:t>
            </a:r>
            <a:endParaRPr lang="en-US" sz="200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89E20C7-BB50-4317-93C7-90C8ED80B2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356687" y="1930986"/>
            <a:ext cx="0" cy="3200400"/>
          </a:xfrm>
          <a:prstGeom prst="line">
            <a:avLst/>
          </a:prstGeom>
          <a:ln w="15875" cap="sq"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25037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248F04-C8BA-0239-50EB-6DCB5FE15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2827" y="954212"/>
            <a:ext cx="8761413" cy="706964"/>
          </a:xfrm>
        </p:spPr>
        <p:txBody>
          <a:bodyPr/>
          <a:lstStyle/>
          <a:p>
            <a:r>
              <a:rPr lang="ar-AE"/>
              <a:t>دعا کی ابتدا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61B3FF-5724-46F1-4E27-E34AD19FDE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68608" y="2681760"/>
            <a:ext cx="6578506" cy="1325563"/>
          </a:xfrm>
          <a:gradFill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ar-AE" sz="4000" dirty="0"/>
              <a:t>لب پہ آتی ہے دعا بن کے تمنا میری</a:t>
            </a:r>
            <a:endParaRPr lang="en-US" sz="4000" dirty="0"/>
          </a:p>
          <a:p>
            <a:pPr marL="0" indent="0">
              <a:buNone/>
            </a:pPr>
            <a:r>
              <a:rPr lang="ar-AE" sz="4000" dirty="0"/>
              <a:t>زندگی شمع کی صورت ہو خدایا میری</a:t>
            </a:r>
          </a:p>
          <a:p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3403038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9A6D3-8666-E926-625A-82C0AA2652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625" y="637500"/>
            <a:ext cx="10515600" cy="1325563"/>
          </a:xfrm>
        </p:spPr>
        <p:txBody>
          <a:bodyPr/>
          <a:lstStyle/>
          <a:p>
            <a:r>
              <a:rPr lang="ar-AE"/>
              <a:t>روشنی اور بھلائی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DDB7E9-9E28-7760-25C0-7555D88E97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3881" y="2976196"/>
            <a:ext cx="7314214" cy="1457247"/>
          </a:xfrm>
          <a:gradFill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ar-AE" sz="4000" dirty="0"/>
              <a:t>دور دنیا کا مرے دم سے اندھیرا ہو جائے</a:t>
            </a:r>
            <a:endParaRPr lang="en-US" sz="4000" dirty="0"/>
          </a:p>
          <a:p>
            <a:pPr marL="0" indent="0">
              <a:buNone/>
            </a:pPr>
            <a:r>
              <a:rPr lang="ar-AE" sz="4000" dirty="0"/>
              <a:t>ہر جگہ مرے چمکنے سے اجالا ہو جائے</a:t>
            </a:r>
          </a:p>
          <a:p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5576806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9F71A-16CB-42B2-61DF-83E1DC8DA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6018" y="1032034"/>
            <a:ext cx="8761413" cy="706964"/>
          </a:xfrm>
        </p:spPr>
        <p:txBody>
          <a:bodyPr/>
          <a:lstStyle/>
          <a:p>
            <a:r>
              <a:rPr lang="ar-AE"/>
              <a:t>وطن سے محبت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5D2372-BF74-C8DA-6847-24940C397C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52228" y="2802621"/>
            <a:ext cx="7755976" cy="1399728"/>
          </a:xfrm>
          <a:gradFill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ar-AE" sz="4000" dirty="0"/>
              <a:t>ہو مرے دم سے یونہی مرے وطن کی زینت</a:t>
            </a:r>
            <a:endParaRPr lang="en-US" sz="4000" dirty="0"/>
          </a:p>
          <a:p>
            <a:pPr marL="0" indent="0">
              <a:buNone/>
            </a:pPr>
            <a:r>
              <a:rPr lang="ar-AE" sz="4000" dirty="0"/>
              <a:t>جس طرح پھول سے ہوتی ہے چمن کی زینت</a:t>
            </a:r>
          </a:p>
        </p:txBody>
      </p:sp>
    </p:spTree>
    <p:extLst>
      <p:ext uri="{BB962C8B-B14F-4D97-AF65-F5344CB8AC3E}">
        <p14:creationId xmlns:p14="http://schemas.microsoft.com/office/powerpoint/2010/main" val="31083853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1AAD6-7139-C825-592D-F55247C09E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4656" y="934757"/>
            <a:ext cx="8761413" cy="706964"/>
          </a:xfrm>
        </p:spPr>
        <p:txBody>
          <a:bodyPr/>
          <a:lstStyle/>
          <a:p>
            <a:r>
              <a:rPr lang="ar-AE"/>
              <a:t>علم کی روشنی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35AA2E-4BB7-06D5-6B0A-5B4A1FAA14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5626" y="2718796"/>
            <a:ext cx="7253591" cy="1496608"/>
          </a:xfrm>
          <a:gradFill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ar-AE" sz="4000" dirty="0"/>
              <a:t>زندگی ہو مری پروانے کی صورت یا رب</a:t>
            </a:r>
          </a:p>
          <a:p>
            <a:pPr marL="0" indent="0">
              <a:buNone/>
            </a:pPr>
            <a:r>
              <a:rPr lang="ar-AE" sz="4000" dirty="0"/>
              <a:t>علم کی شمع سے ہو مجھ کو محبت یا رب</a:t>
            </a:r>
          </a:p>
          <a:p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42399216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481ABF-4CFE-6B13-6768-99D47A4DD0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3371" y="1032034"/>
            <a:ext cx="8761413" cy="706964"/>
          </a:xfrm>
        </p:spPr>
        <p:txBody>
          <a:bodyPr/>
          <a:lstStyle/>
          <a:p>
            <a:r>
              <a:rPr lang="ar-AE"/>
              <a:t>ہمدردی اور خدمت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DDCF1A-F4ED-9733-2EA5-9715E1355D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98970" y="2727071"/>
            <a:ext cx="7088221" cy="1403857"/>
          </a:xfrm>
          <a:gradFill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ar-AE" sz="4000" dirty="0"/>
              <a:t>ہو مرا کام غریبوں کی حمایت کرنا</a:t>
            </a:r>
          </a:p>
          <a:p>
            <a:pPr marL="0" indent="0">
              <a:buNone/>
            </a:pPr>
            <a:r>
              <a:rPr lang="ar-AE" sz="4000" dirty="0"/>
              <a:t>دردمندوں سے، ضعیفوں سے محبت کرنا</a:t>
            </a:r>
          </a:p>
          <a:p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37640823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48311-9049-24CE-8AE2-25ADAA2B8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3567" y="1022306"/>
            <a:ext cx="8761413" cy="706964"/>
          </a:xfrm>
        </p:spPr>
        <p:txBody>
          <a:bodyPr/>
          <a:lstStyle/>
          <a:p>
            <a:r>
              <a:rPr lang="ar-AE"/>
              <a:t>دعا برائے نیکی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C3A12E-BE32-29F6-DE02-68D6E19017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56958" y="2808015"/>
            <a:ext cx="7402608" cy="1241970"/>
          </a:xfrm>
          <a:gradFill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ar-AE" sz="4000" dirty="0"/>
              <a:t>میرے اللہ! برائی سے بچانا مجھ کو</a:t>
            </a:r>
          </a:p>
          <a:p>
            <a:pPr marL="0" indent="0">
              <a:buNone/>
            </a:pPr>
            <a:r>
              <a:rPr lang="ar-AE" sz="4000" dirty="0"/>
              <a:t>نیک جو راہ ہو، اس راہ پہ چلانا مجھ کو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327960286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32</TotalTime>
  <Words>132</Words>
  <Application>Microsoft Office PowerPoint</Application>
  <PresentationFormat>Widescreen</PresentationFormat>
  <Paragraphs>20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Century Gothic</vt:lpstr>
      <vt:lpstr>Wingdings 3</vt:lpstr>
      <vt:lpstr>Ion Boardroom</vt:lpstr>
      <vt:lpstr>لب پہ آتی ہے دعا بن کے تمنا میری</vt:lpstr>
      <vt:lpstr>دعا کی ابتدا</vt:lpstr>
      <vt:lpstr>روشنی اور بھلائی</vt:lpstr>
      <vt:lpstr>وطن سے محبت</vt:lpstr>
      <vt:lpstr>علم کی روشنی</vt:lpstr>
      <vt:lpstr>ہمدردی اور خدمت</vt:lpstr>
      <vt:lpstr>دعا برائے نیکی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bscs22f30</dc:creator>
  <cp:lastModifiedBy>bscs22f30</cp:lastModifiedBy>
  <cp:revision>1</cp:revision>
  <dcterms:created xsi:type="dcterms:W3CDTF">2025-10-20T11:22:09Z</dcterms:created>
  <dcterms:modified xsi:type="dcterms:W3CDTF">2025-10-20T11:54:58Z</dcterms:modified>
</cp:coreProperties>
</file>